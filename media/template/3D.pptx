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F788F-2ACF-50C4-5CEC-AA3C1FE75DCB}" v="14" dt="2023-11-11T05:23:57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57" autoAdjust="0"/>
  </p:normalViewPr>
  <p:slideViewPr>
    <p:cSldViewPr snapToGrid="0">
      <p:cViewPr varScale="1">
        <p:scale>
          <a:sx n="92" d="100"/>
          <a:sy n="92" d="100"/>
        </p:scale>
        <p:origin x="1051" y="72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8187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10.11.2023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C8DE7F0-958D-6AAF-3961-EAAE8D244DF1}"/>
              </a:ext>
            </a:extLst>
          </p:cNvPr>
          <p:cNvSpPr txBox="1"/>
          <p:nvPr/>
        </p:nvSpPr>
        <p:spPr>
          <a:xfrm>
            <a:off x="3518413" y="209310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3053543" y="563253"/>
            <a:ext cx="3252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Gilroy Black" panose="00000A00000000000000" pitchFamily="2" charset="-52"/>
              </a:rPr>
              <a:t>ASTRUM IT ACADEMY</a:t>
            </a:r>
            <a:endParaRPr lang="ru-RU" sz="2400" b="1" dirty="0">
              <a:latin typeface="Gilroy Black" panose="00000A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732827" y="1071084"/>
            <a:ext cx="5894241" cy="1107996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6600" b="1" spc="990" dirty="0">
                <a:solidFill>
                  <a:srgbClr val="5430CE"/>
                </a:solidFill>
                <a:latin typeface="Gilroy-Black"/>
              </a:rPr>
              <a:t>CERTIFICATE</a:t>
            </a:r>
            <a:endParaRPr lang="ru-RU" sz="6600" b="1" spc="990">
              <a:solidFill>
                <a:srgbClr val="5430CE"/>
              </a:solidFill>
              <a:latin typeface="Gilroy-Black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0FBDC41-E2C0-D7A9-5C61-87B0CC08AFD2}"/>
              </a:ext>
            </a:extLst>
          </p:cNvPr>
          <p:cNvSpPr/>
          <p:nvPr/>
        </p:nvSpPr>
        <p:spPr>
          <a:xfrm>
            <a:off x="2007162" y="4944356"/>
            <a:ext cx="5345575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ADF1E1-F828-F2CC-D1CE-8E6A84BF917B}"/>
              </a:ext>
            </a:extLst>
          </p:cNvPr>
          <p:cNvSpPr txBox="1"/>
          <p:nvPr/>
        </p:nvSpPr>
        <p:spPr>
          <a:xfrm>
            <a:off x="3403799" y="4979993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747369" y="3096763"/>
            <a:ext cx="38651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familiyasi, ismi, otasining ismi  / graduate’s surname, name, first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403490" y="3443478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Ushbu sertifikat </a:t>
            </a:r>
            <a:r>
              <a:rPr lang="ru-RU" sz="1000" b="1" spc="100" dirty="0">
                <a:latin typeface="Gilroy" panose="00000500000000000000" pitchFamily="2" charset="-52"/>
              </a:rPr>
              <a:t>«</a:t>
            </a:r>
            <a:r>
              <a:rPr lang="en-US" sz="1000" b="1" spc="100" dirty="0">
                <a:latin typeface="Gilroy" panose="00000500000000000000" pitchFamily="2" charset="-52"/>
              </a:rPr>
              <a:t>Autodesk 3ds Max &amp; Interior Design</a:t>
            </a:r>
            <a:r>
              <a:rPr lang="ru-RU" sz="1000" b="1" spc="100" dirty="0">
                <a:latin typeface="Gilroy" panose="00000500000000000000" pitchFamily="2" charset="-52"/>
              </a:rPr>
              <a:t>»</a:t>
            </a:r>
            <a:r>
              <a:rPr lang="en-US" sz="1000" b="1" spc="100" dirty="0">
                <a:latin typeface="Gilroy" panose="00000500000000000000" pitchFamily="2" charset="-52"/>
              </a:rPr>
              <a:t> 3 oylik o’quv kursini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was issued for successful completion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of a 3-month training course “Autodesk 3ds Max &amp; Interior Design”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EB536E-D505-E3C2-0643-E227793FCEBF}"/>
              </a:ext>
            </a:extLst>
          </p:cNvPr>
          <p:cNvSpPr txBox="1"/>
          <p:nvPr/>
        </p:nvSpPr>
        <p:spPr>
          <a:xfrm>
            <a:off x="2007160" y="4421136"/>
            <a:ext cx="53455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Interior</a:t>
            </a:r>
            <a:r>
              <a:rPr lang="en-US" sz="2800" b="1" dirty="0">
                <a:solidFill>
                  <a:srgbClr val="5430CE"/>
                </a:solidFill>
                <a:latin typeface="Gilroy Black" panose="00000A00000000000000" pitchFamily="2" charset="-52"/>
              </a:rPr>
              <a:t> </a:t>
            </a:r>
            <a:r>
              <a:rPr lang="en-US" sz="2800" b="1" dirty="0">
                <a:solidFill>
                  <a:srgbClr val="5430CE"/>
                </a:solidFill>
                <a:latin typeface="Gilroy-Black"/>
              </a:rPr>
              <a:t>Design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473317" y="5426730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Gaybullayeva. E</a:t>
            </a:r>
          </a:p>
          <a:p>
            <a:r>
              <a:rPr lang="en-US" sz="800" dirty="0">
                <a:latin typeface="Gilroy" panose="00000500000000000000" pitchFamily="2" charset="-52"/>
              </a:rPr>
              <a:t>kurs o‘qituvchisi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course mentor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21196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r>
              <a:rPr lang="uz-Cyrl-UZ" sz="1200" b="1" dirty="0">
                <a:latin typeface="Gilroy" panose="00000500000000000000" pitchFamily="2" charset="-52"/>
              </a:rPr>
              <a:t> 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041011" y="5426729"/>
            <a:ext cx="9140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534344" y="5426728"/>
            <a:ext cx="1369287" cy="523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region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C2104-F4B9-845B-8468-AB53605DDAC0}"/>
              </a:ext>
            </a:extLst>
          </p:cNvPr>
          <p:cNvSpPr txBox="1"/>
          <p:nvPr/>
        </p:nvSpPr>
        <p:spPr>
          <a:xfrm>
            <a:off x="389184" y="4197531"/>
            <a:ext cx="12144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certificate.astrum.uz</a:t>
            </a:r>
            <a:endParaRPr kumimoji="0" lang="uz-Cyrl-UZ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497</TotalTime>
  <Words>132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Тема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Javohir Azimov</cp:lastModifiedBy>
  <cp:revision>103</cp:revision>
  <cp:lastPrinted>2023-05-11T13:15:46Z</cp:lastPrinted>
  <dcterms:created xsi:type="dcterms:W3CDTF">2023-05-02T10:05:08Z</dcterms:created>
  <dcterms:modified xsi:type="dcterms:W3CDTF">2023-11-11T05:23:58Z</dcterms:modified>
</cp:coreProperties>
</file>