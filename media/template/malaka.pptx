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57" autoAdjust="0"/>
  </p:normalViewPr>
  <p:slideViewPr>
    <p:cSldViewPr snapToGrid="0">
      <p:cViewPr varScale="1">
        <p:scale>
          <a:sx n="136" d="100"/>
          <a:sy n="136" d="100"/>
        </p:scale>
        <p:origin x="208" y="344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04.11.2023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1813340" y="597929"/>
            <a:ext cx="573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ilroy-Black" panose="00000A00000000000000" pitchFamily="2" charset="-52"/>
              </a:rPr>
              <a:t>ASTRUM CERTIFIED IT EDUCATOR</a:t>
            </a:r>
            <a:endParaRPr lang="ru-RU" sz="2400" b="1" dirty="0">
              <a:latin typeface="Gilroy-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355801" y="1071084"/>
            <a:ext cx="66482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spc="990" dirty="0">
                <a:solidFill>
                  <a:srgbClr val="5430CE"/>
                </a:solidFill>
                <a:latin typeface="Gilroy-Black" panose="00000500000000000000" pitchFamily="2" charset="-52"/>
              </a:rPr>
              <a:t>CERTIFICATE</a:t>
            </a:r>
            <a:endParaRPr lang="ru-RU" sz="6600" spc="990" dirty="0">
              <a:solidFill>
                <a:srgbClr val="5430CE"/>
              </a:solidFill>
              <a:latin typeface="Gilroy-Black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16165" y="3096763"/>
            <a:ext cx="47275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7990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Ushbu sertifikat tinglovchiga IT sohasidagi umumlashtirilgan maxsus o'quv 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kursini muvaffaqiyatli tamomlagani uchun berildi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was awarded to the listener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 the comprehensive specialized training course in the field of IT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546560" y="542520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en-US" sz="1200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3536875" y="5426727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915631" y="5426727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23A42-0A00-F026-4D29-8D4E1CDDD820}"/>
              </a:ext>
            </a:extLst>
          </p:cNvPr>
          <p:cNvSpPr txBox="1"/>
          <p:nvPr/>
        </p:nvSpPr>
        <p:spPr>
          <a:xfrm>
            <a:off x="4605304" y="5426727"/>
            <a:ext cx="1180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en-US" sz="800" dirty="0">
                <a:latin typeface="Gilroy" panose="00000500000000000000" pitchFamily="2" charset="-52"/>
              </a:rPr>
              <a:t>amal qilish muddati</a:t>
            </a:r>
            <a:r>
              <a:rPr lang="uz-Cyrl-UZ" sz="800" dirty="0">
                <a:latin typeface="Gilroy" panose="00000500000000000000" pitchFamily="2" charset="-52"/>
              </a:rPr>
              <a:t>/</a:t>
            </a:r>
          </a:p>
          <a:p>
            <a:r>
              <a:rPr lang="en-US" sz="800" dirty="0">
                <a:latin typeface="Gilroy" panose="00000500000000000000" pitchFamily="2" charset="-52"/>
              </a:rPr>
              <a:t>validity period</a:t>
            </a:r>
            <a:endParaRPr lang="uz-Cyrl-UZ" sz="800" dirty="0">
              <a:latin typeface="Gilroy" panose="00000500000000000000" pitchFamily="2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D473E-09D7-71AA-2696-E7B4673D4647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28B55-3CA1-9A26-A976-637BF4288675}"/>
              </a:ext>
            </a:extLst>
          </p:cNvPr>
          <p:cNvSpPr txBox="1"/>
          <p:nvPr/>
        </p:nvSpPr>
        <p:spPr>
          <a:xfrm>
            <a:off x="403485" y="4193492"/>
            <a:ext cx="1264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-8" y="-8749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247234" y="1446168"/>
            <a:ext cx="48654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079783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1064995" y="1949146"/>
            <a:ext cx="7229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ASTRUM CERTIFIED IT EDUCATOR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endParaRPr lang="ru-RU" sz="2800" b="1" dirty="0">
              <a:solidFill>
                <a:srgbClr val="5430CE"/>
              </a:solidFill>
              <a:latin typeface="Gilroy-Black" panose="00000A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84" y="2662147"/>
            <a:ext cx="855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Ushbu o‘quv kursi bo‘yicha tinglovchi 36 soat davomida kursning quyidagi bosqichlarini tamomladi 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listener of this training course completed the following stages of the course for 36 hours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24" name="Рисунок 23" descr="Изображение выглядит как Шрифт, Графика, графический дизайн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222A39-15A9-40DF-B527-4A128C6A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980" y="267520"/>
            <a:ext cx="1097424" cy="440941"/>
          </a:xfrm>
          <a:prstGeom prst="rect">
            <a:avLst/>
          </a:prstGeom>
        </p:spPr>
      </p:pic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1C3979E-381A-B7D5-67C7-83F7E916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677060"/>
              </p:ext>
            </p:extLst>
          </p:nvPr>
        </p:nvGraphicFramePr>
        <p:xfrm>
          <a:off x="400004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5430CE"/>
                          </a:solidFill>
                          <a:latin typeface="Gilroy Black" panose="00000A00000000000000" pitchFamily="2" charset="-52"/>
                        </a:rPr>
                        <a:t>I modul</a:t>
                      </a:r>
                    </a:p>
                    <a:p>
                      <a:pPr algn="l"/>
                      <a:r>
                        <a:rPr lang="en-US" sz="1000" dirty="0">
                          <a:latin typeface="Gilroy" panose="00000500000000000000" pitchFamily="2" charset="-52"/>
                        </a:rPr>
                        <a:t>Raqamli texnologiyalar/</a:t>
                      </a:r>
                      <a:br>
                        <a:rPr lang="en-US" sz="1000" dirty="0">
                          <a:latin typeface="Gilroy" panose="00000500000000000000" pitchFamily="2" charset="-52"/>
                        </a:rPr>
                      </a:br>
                      <a:r>
                        <a:rPr lang="en-US" sz="1000" dirty="0">
                          <a:latin typeface="Gilroy" panose="00000500000000000000" pitchFamily="2" charset="-52"/>
                        </a:rPr>
                        <a:t>Digital technologies</a:t>
                      </a:r>
                      <a:br>
                        <a:rPr lang="en-US" sz="1000" dirty="0">
                          <a:latin typeface="Gilroy" panose="00000500000000000000" pitchFamily="2" charset="-52"/>
                        </a:rPr>
                      </a:br>
                      <a:r>
                        <a:rPr lang="en-US" sz="1000" dirty="0">
                          <a:latin typeface="Gilroy" panose="00000500000000000000" pitchFamily="2" charset="-52"/>
                        </a:rPr>
                        <a:t>(12 soat/hours)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  <a:p>
                      <a:pPr algn="l"/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modul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 Black" panose="00000A00000000000000" pitchFamily="2" charset="-52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Tarmoq asoslari 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Network basics </a:t>
                      </a:r>
                      <a:b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(12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soat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/hours)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Kiberxavfsizlik/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Cyber security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(12 soat/hours)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  <p:graphicFrame>
        <p:nvGraphicFramePr>
          <p:cNvPr id="10" name="Таблица 4">
            <a:extLst>
              <a:ext uri="{FF2B5EF4-FFF2-40B4-BE49-F238E27FC236}">
                <a16:creationId xmlns:a16="http://schemas.microsoft.com/office/drawing/2014/main" id="{9E71FECC-1C87-075C-8260-A8C2D773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495435"/>
              </p:ext>
            </p:extLst>
          </p:nvPr>
        </p:nvGraphicFramePr>
        <p:xfrm>
          <a:off x="4034515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Umumiy ball </a:t>
                      </a:r>
                      <a:b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Total score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Umumiy </a:t>
                      </a:r>
                      <a:r>
                        <a:rPr kumimoji="0" lang="uz-Cyrl-UZ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foiz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Total interest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Natija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The result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Muvaffaqiyatli/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Successful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677</TotalTime>
  <Words>267</Words>
  <Application>Microsoft Macintosh PowerPoint</Application>
  <PresentationFormat>Произвольный</PresentationFormat>
  <Paragraphs>44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Gilroy</vt:lpstr>
      <vt:lpstr>Gilroy Black</vt:lpstr>
      <vt:lpstr>Gilroy-Black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MuhammadRizo Muxtorov</cp:lastModifiedBy>
  <cp:revision>120</cp:revision>
  <cp:lastPrinted>2023-05-11T13:15:46Z</cp:lastPrinted>
  <dcterms:created xsi:type="dcterms:W3CDTF">2023-05-02T10:05:08Z</dcterms:created>
  <dcterms:modified xsi:type="dcterms:W3CDTF">2023-11-04T07:43:39Z</dcterms:modified>
</cp:coreProperties>
</file>